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Hi, we're [team name], and we built Trexure — a treasury API for Stellar. In three minutes we'll show a private $2,500 payroll payment that's invisible on the public ledger, gets decrypted with the company's own key, auto-reconciles against a real bank payout, and turns into an accounting-ready receipt. Everything runs against a real Stellar testnet stack, not a slide animation.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company running payroll over Stellar exposes every amount, recipient, and timing in plain text on a public ledger — visible to competitors and contractors. Existing privacy tools stop at hiding the transaction; they don't tell finance 'this on-chain transfer became this bank deposit,' and can't produce anything an accountant can file. Private payment in, clean reconciled receipt out — that gap is what Trexure closes.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sentence: we decrypt your own private Stellar payments, reconcile them against the real payout automatically, and hand you a receipt. Three differentiators nobody combines: genuine on-chain privacy via a real Groth16 proof (not a mock); a reconciliation worker matching two independent event streams; and an output format built for finance, not block explorers.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Hitting Demo Replay: first the public view, nothing readable; then I apply our view key and the real payload appears — contractor, USDC, $2,500; then I trigger the payout and the reconciliation row stitches the on-chain hash to the bank reference in real time; then the receipt, exported to PDF on the spot. If a judge wants proof, 'Verify proof on-chain' checks a real ZK proof via a smart contract on Stellar testnet,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standard modern stack — Next.js, Prisma, BullMQ — doing two genuinely hard things well. Three Railway-deployable services: web, worker, and managed Postgres/Redis.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privacy layer is a real Circom circuit, proved with snarkjs, verified by a Soroban contract we wrote that does actual BLS12-381 pairing checks on-chain — real cryptography, not a flag. And the worker reconciles two independent asynchronous event streams (chain events + fiat webhooks) — the unglamorous, critical part most payout products skip. 192 tests cover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Anyone running payroll or vendor payments over Stellar in stablecoins is the immediate buyer — a fast-growing category. Stripe can't do crypto or privacy; crypto privacy tools stop at 'the transaction is hidden.' Nobody combines genuine on-chain privacy with automatic reconciliation and an accounting-ready receipt — that's the wedge. [inferred positioning]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shipped the hard, easy-to-fake parts for real: the privacy proof and the reconciliation engine. What's left is mostly integration breadth. Biggest item: deploy a full privacy-pool transfer contract so new payments submit on-chain like our seeded demo already does end-to-end. Then a live anchor and more currency corridors.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That's Trexure — a real zero-knowledge proof verified on-chain, a real reconciliation engine, and a receipt finance teams can actually use, all on Stellar testnet today. Thanks for watching — happy to walk through the code or the contract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/>
            </a:pPr>
            <a:r>
              <a:t>[FULL-SLIDE IMAGE — see image prompt #1]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/>
            </a:pPr>
            <a:r>
              <a:t>Trexure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A unified treasury API that makes private Stellar payments accounting-ready.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Project Lead: [NAME]</a:t>
            </a:r>
          </a:p>
          <a:p>
            <a:pPr>
              <a:defRPr sz="1600"/>
            </a:pPr>
            <a:r>
              <a:t>Built on Stellar / Soroban testnet</a:t>
            </a:r>
          </a:p>
          <a:p>
            <a:pPr>
              <a:defRPr sz="1600"/>
            </a:pPr>
            <a:r>
              <a:t>Next.js 16 · React 19 · Prisma 7 · BullMQ · Groth16 ZK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/>
            </a:pPr>
            <a:r>
              <a:t>[FULL-SLIDE IMAGE — see image prompt #2]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Public by default. Useless to finance.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863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 Crypto rails are public by default</a:t>
            </a:r>
          </a:p>
          <a:p>
            <a:pPr>
              <a:defRPr sz="2200"/>
            </a:pPr>
            <a:r>
              <a:t>•  Every payroll &amp; vendor payment is exposed</a:t>
            </a:r>
          </a:p>
          <a:p>
            <a:pPr>
              <a:defRPr sz="2200"/>
            </a:pPr>
            <a:r>
              <a:t>•  Privacy tools only hide the transaction</a:t>
            </a:r>
          </a:p>
          <a:p>
            <a:pPr>
              <a:defRPr sz="2200"/>
            </a:pPr>
            <a:r>
              <a:t>•  No reconciliation, no receipts for finance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Decrypt. Reconcile. Receipt.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Shield: ZK-proof payloads — the ledger sees noise</a:t>
            </a:r>
          </a:p>
          <a:p>
            <a:pPr/>
            <a:r>
              <a:t>Reconcile: worker matches legs by intentId, automatically</a:t>
            </a:r>
          </a:p>
          <a:p>
            <a:pPr/>
            <a:r>
              <a:t>Receipt: Stripe-style JSON + branded PDF for accounting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one payment's life, 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Shield — only a badge + proof hash</a:t>
            </a:r>
          </a:p>
          <a:p>
            <a:pPr/>
            <a:r>
              <a:t>Apply view key — payload revealed (key stays server-side)</a:t>
            </a:r>
          </a:p>
          <a:p>
            <a:pPr/>
            <a:r>
              <a:t>Trigger payout — auto-reconciles to SETTLED</a:t>
            </a:r>
          </a:p>
          <a:p>
            <a:pPr/>
            <a:r>
              <a:t>Receipt — export a real, branded PDF</a:t>
            </a:r>
          </a:p>
          <a:p>
            <a:pPr/>
            <a:r>
              <a:t>Bonus: verify the Groth16 proof on-chain,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52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[Dashboard screenshot / demo video placeholder — docs/demo/trexure-demo.mp4] · One-click Demo Replay runs it all, idempotently.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works: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web (Next.js): UI, API, webhook ingest</a:t>
            </a:r>
          </a:p>
          <a:p>
            <a:pPr/>
            <a:r>
              <a:t>worker (BullMQ): reconcile legs, generate receipts</a:t>
            </a:r>
          </a:p>
          <a:p>
            <a:pPr/>
            <a:r>
              <a:t>Postgres + Redis: source of truth + queue/idempotency</a:t>
            </a:r>
          </a:p>
          <a:p>
            <a:pPr/>
            <a:r>
              <a:t>Flow: payment → Stellar → signed webhook → reconcile → SETTLED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52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[Architecture diagram placeholder — web / worker / Postgres / Redis + Stellar testnet + Mock Anchor]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works: real crypto, real plumbing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ZK: Circom + snarkjs Groth16, verified on-chain (Soroban)</a:t>
            </a:r>
          </a:p>
          <a:p>
            <a:pPr/>
            <a:r>
              <a:t>Not mocked — native BLS12-381 pairing in our contract</a:t>
            </a:r>
          </a:p>
          <a:p>
            <a:pPr/>
            <a:r>
              <a:t>AES-256-GCM, argon2id, CSRF, multi-tenant isolation</a:t>
            </a:r>
          </a:p>
          <a:p>
            <a:pPr/>
            <a:r>
              <a:t>192 passing tests across 58 files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Buyers: stablecoin payroll &amp; vendor payments (USD→PHP first)</a:t>
            </a:r>
          </a:p>
          <a:p>
            <a:pPr/>
            <a:r>
              <a:t>Why now: category growing fast; tooling stops at 'send'</a:t>
            </a:r>
          </a:p>
          <a:p>
            <a:pPr/>
            <a:r>
              <a:t>Only Trexure: Stellar-native + ZK-private + reconciled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Deploy shielded_transfer pool contract (verify already live)</a:t>
            </a:r>
          </a:p>
          <a:p>
            <a:pPr/>
            <a:r>
              <a:t>Richer ZK: note-based balances + nullifiers</a:t>
            </a:r>
          </a:p>
          <a:p>
            <a:pPr/>
            <a:r>
              <a:t>Swap Mock Anchor → live provider (e.g. Xendit)</a:t>
            </a:r>
          </a:p>
          <a:p>
            <a:pPr/>
            <a:r>
              <a:t>Multi-corridor support + admin/ops hardening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thanks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[TEAM NAME — placeholder]</a:t>
            </a:r>
          </a:p>
          <a:p>
            <a:r>
              <a:t>[Name] — [Role] — [contact]</a:t>
            </a:r>
          </a:p>
          <a:p>
            <a:r>
              <a:t>[Name] — [Role] — [contact]</a:t>
            </a:r>
          </a:p>
          <a:p>
            <a:r>
              <a:t>Built for [HACKATHON NAME] on Stellar testnet</a:t>
            </a:r>
          </a:p>
          <a:p>
            <a:r>
              <a:t>Thank you —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