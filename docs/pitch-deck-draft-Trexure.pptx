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EEEE"/>
          </a:solidFill>
          <a:ln w="12700">
            <a:solidFill>
              <a:srgbClr val="AAAAAA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457200" y="21945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66666"/>
                </a:solidFill>
              </a:rPr>
              <a:t>[FULL-SLIDE IMAGE — see image prompt #1]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22222"/>
                </a:solidFill>
              </a:rPr>
              <a:t>Trexure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914400" y="283464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The private treasury that turns a hidden payment into a receipt your accountant already knows how to file.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44444"/>
                </a:solidFill>
              </a:rPr>
              <a:t>Project Lead: [NAME]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EEEE"/>
          </a:solidFill>
          <a:ln w="12700">
            <a:solidFill>
              <a:srgbClr val="AAAAAA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457200" y="21945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66666"/>
                </a:solidFill>
              </a:rPr>
              <a:t>[FULL-SLIDE IMAGE — see image prompt #2]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22222"/>
                </a:solidFill>
              </a:rPr>
              <a:t>Private payments, no proof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097280" y="1463040"/>
            <a:ext cx="69494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Pay transparently — every salary and amount is public</a:t>
            </a:r>
            <a:endParaRPr lang="en-US" sz="18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Pay privately — no proof which transfer became which deposit</a:t>
            </a:r>
            <a:endParaRPr lang="en-US" sz="18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Privacy tools hide the transaction, then stop</a:t>
            </a:r>
            <a:endParaRPr lang="en-US" sz="18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 reconciliation, no audit trail, no receipt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</a:rPr>
              <a:t>Private payment in, filed receipt out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6809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Shield it — only a commitment touches the ledger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Keep your own key — decrypt server-side for audit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Auto-reconcile — worker matches fiat to on-chain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File it — one clean, Stripe-style receipt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22222"/>
                </a:solidFill>
              </a:rPr>
              <a:t>One payment, four beats — $2,500 USD → PHP, live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6809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0000"/>
              </a:lnSpc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333333"/>
                </a:solidFill>
              </a:rPr>
              <a:t>Shield — ledger shows only a proof hash + badge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333333"/>
                </a:solidFill>
              </a:rPr>
              <a:t>Decrypt — Apply View Key reveals sender, recipient, amount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333333"/>
                </a:solidFill>
              </a:rPr>
              <a:t>Match — signed webhook fires, Pending → Settled live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333333"/>
                </a:solidFill>
              </a:rPr>
              <a:t>Receipt — FX, fees, refs; copy JSON or export PDF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</a:rPr>
              <a:t>Web app + worker + database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6809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Web app: create, decrypt, and view payments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Worker: watches confirmations, matches both legs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One shared reference id on both sides — never match on amount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Proof checked by a real on-chain verifier; tenant-isolated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</a:rPr>
              <a:t>Private + reconciled + accounting-ready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6809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Who: crypto payroll, finance teams, compliance reviewers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Why now: stablecoin payroll growing, no operational layer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Wedge: lead with the receipt, privacy sells the switch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Moat: all three in one product — nobody else does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</a:rPr>
              <a:t>Honest about where we are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6809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Real privacy pool — proof verification already live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Real fiat provider — mock fires the same signed webhook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Testnet → mainnet, new payments on for everyone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QuickBooks / Xero + DB-level tenant isolation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</a:rPr>
              <a:t>Team &amp; thanks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[Name — Role]</a:t>
            </a:r>
            <a:endParaRPr lang="en-US" sz="20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[Name — Role]</a:t>
            </a:r>
            <a:endParaRPr lang="en-US" sz="20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[Name — Role]</a:t>
            </a:r>
            <a:endParaRPr lang="en-US" sz="20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Contact: [email / handle] · [repo / demo link]</a:t>
            </a:r>
            <a:endParaRPr lang="en-US" sz="20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Thanks: Stellar / Soroban testnet · snarkjs + circom communities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2026-07-03T03:45:54Z</dcterms:created>
  <dcterms:modified xsi:type="dcterms:W3CDTF">2026-07-03T03:45:54Z</dcterms:modified>
</cp:coreProperties>
</file>